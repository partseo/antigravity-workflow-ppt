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high-level conceptual diagram illustrating the integration of green energy infrastructure, social welfare employment, and sustainable circular economy.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An organizational flowchart depicting the division of labor for social employment, categorizing tasks into manufacturing support, site management, maintenance assistance, and administration.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timeline Gantt chart or roadmap diagram depicting the four-phase implementation plan from 2026 to 2029, showing progression of infrastructure setup and target expansions.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comparison block diagram contrasting the linear traditional business model with the multi-dimensional, social value-oriented circular business model of the cooperative.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multi-layered column chart and line graph projecting the growth of sales revenue, unit production, and social employment from 2026 to 2028.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친환경 전기차 충전장치 신규 사업 추진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친환경 교통 인프라 확산과 취약계층 지속 가능 일자리 결합</a:t>
            </a:r>
          </a:p>
          <a:p>
            <a:pPr>
              <a:defRPr sz="2000"/>
            </a:pPr>
            <a:r>
              <a:t>• 신규 업종 추가를 통한 사회적협동조합의 공익적 목적 실현</a:t>
            </a:r>
          </a:p>
          <a:p>
            <a:pPr>
              <a:defRPr sz="2000"/>
            </a:pPr>
            <a:r>
              <a:t>• 제조, 설치, 유지관리, 위탁운영을 융합한 다각적 수익 모델</a:t>
            </a:r>
          </a:p>
          <a:p>
            <a:pPr>
              <a:defRPr sz="2000"/>
            </a:pPr>
            <a:r>
              <a:t>• 전기차 충전장치 제조·조립 공정 기반 취약계층 친화적 직무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high-level conceptual diagram illustrating the integration of green energy infrastructure, social welfare employment, and sustainable circular economy.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취약계층 직무 설계 및 조직 구성안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총 20명 규모의 취약계층 중심 직무 배치 및 맞춤형 훈련</a:t>
            </a:r>
          </a:p>
          <a:p>
            <a:pPr>
              <a:defRPr sz="2000"/>
            </a:pPr>
            <a:r>
              <a:t>• 제조·조립 보조(6명): 부품 분류, 조립, 포장 및 출고 관리</a:t>
            </a:r>
          </a:p>
          <a:p>
            <a:pPr>
              <a:defRPr sz="2000"/>
            </a:pPr>
            <a:r>
              <a:t>• 현장 및 유지관리(9명): 충전기 외관 점검, 케이블 관리, 현장 정돈</a:t>
            </a:r>
          </a:p>
          <a:p>
            <a:pPr>
              <a:defRPr sz="2000"/>
            </a:pPr>
            <a:r>
              <a:t>• 고객 안내 및 행정(5명): 이용방법 안내, 민원 접수 및 점검 보고서 작성</a:t>
            </a:r>
          </a:p>
          <a:p>
            <a:pPr>
              <a:defRPr sz="2000"/>
            </a:pPr>
            <a:r>
              <a:t>• 직무 난이도별 세분화와 체계적 안전 교육을 통한 고용 안정성 제고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An organizational flowchart depicting the division of labor for social employment, categorizing tasks into manufacturing support, site management, maintenance assistance, and administration.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연차별 및 단계별 사업 추진 로드맵 (2026-2029)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[1단계: 도입기(2026)] 제품 설계 검토, 부품 공급망 확보 및 직무교육 실시</a:t>
            </a:r>
          </a:p>
          <a:p>
            <a:pPr>
              <a:defRPr sz="2000"/>
            </a:pPr>
            <a:r>
              <a:t>• [2단계: 성장기(2027)] 광주·전남권 공동주택 및 공공시설 대상 설치 확대</a:t>
            </a:r>
          </a:p>
          <a:p>
            <a:pPr>
              <a:defRPr sz="2000"/>
            </a:pPr>
            <a:r>
              <a:t>• [3단계: 확산기(2028)] 물류기지, 산업단지 연계 및 유지점검 관리 고도화</a:t>
            </a:r>
          </a:p>
          <a:p>
            <a:pPr>
              <a:defRPr sz="2000"/>
            </a:pPr>
            <a:r>
              <a:t>• [4단계: 안정기(2029)] 전국 단위 설치 협력망 구축 및 위탁운영 브랜드 정착</a:t>
            </a:r>
          </a:p>
          <a:p>
            <a:pPr>
              <a:defRPr sz="2000"/>
            </a:pPr>
            <a:r>
              <a:t>• 공정 설계부터 성과 분석까지 이어지는 체계적 7단계 사업 프로세스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timeline Gantt chart or roadmap diagram depicting the four-phase implementation plan from 2026 to 2029, showing progression of infrastructure setup and target expansions.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기존 충전기 업체 대비 사업 차별성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[일반 업체] 일회성 판매·설치 중심 vs [본 조합] 설치, 점검, 안내의 원스톱 통합 수행</a:t>
            </a:r>
          </a:p>
          <a:p>
            <a:pPr>
              <a:defRPr sz="2000"/>
            </a:pPr>
            <a:r>
              <a:t>• [고용 구조] 전문 기술자 중심 소수 정예 vs [본 조합] 취약계층 적합 직무 분리 배치</a:t>
            </a:r>
          </a:p>
          <a:p>
            <a:pPr>
              <a:defRPr sz="2000"/>
            </a:pPr>
            <a:r>
              <a:t>• [수익 구조] 초기 구축비용 의존 vs [본 조합] 제조·설치 마진과 장기 위탁운영 수입 결합</a:t>
            </a:r>
          </a:p>
          <a:p>
            <a:pPr>
              <a:defRPr sz="2000"/>
            </a:pPr>
            <a:r>
              <a:t>• 단순 고장 수리를 넘어 상시 정기점검 및 주변 환경 관리를 통한 고객 만족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comparison block diagram contrasting the linear traditional business model with the multi-dimensional, social value-oriented circular business model of the cooperative.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연도별 수입 계획 및 성과 목표 전망 (2026-2028)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[매출 성장] 2026년 5억 원 -&gt; 2027년 10.7억 원 -&gt; 2028년 17억 원 매출 목표</a:t>
            </a:r>
          </a:p>
          <a:p>
            <a:pPr>
              <a:defRPr sz="2000"/>
            </a:pPr>
            <a:r>
              <a:t>• [고용 창출] 취약계층 일자리 고용을 2026년 10명에서 2028년 30명까지 순차 확대</a:t>
            </a:r>
          </a:p>
          <a:p>
            <a:pPr>
              <a:defRPr sz="2000"/>
            </a:pPr>
            <a:r>
              <a:t>• [인프라 확충] 충전기 누적 제조·판매 370대 및 설치 260개소 돌파 달성</a:t>
            </a:r>
          </a:p>
          <a:p>
            <a:pPr>
              <a:defRPr sz="2000"/>
            </a:pPr>
            <a:r>
              <a:t>• 정기 점검 및 위탁운영 수입 비중을 높여 조합의 재정 자립도 강화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multi-layered column chart and line graph projecting the growth of sales revenue, unit production, and social employment from 2026 to 2028. Academic figure, IEEE/CVPR paper style, schematic, clean lines, white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