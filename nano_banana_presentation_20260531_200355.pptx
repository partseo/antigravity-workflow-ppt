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conceptual diagram showing 5 interconnected nodes representing different language skills (Reading, Writing, Listening, Speaking, Vocabulary),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schematic diagram illustrating the process of auditory input processing and shadowing loop,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graph showing the forgetting curve and the effect of spaced repetition on vocabulary retention,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flowchart depicting the feedback loop of speaking, recording, analyzing, and correcting pronunciation,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structural diagram showing the components of effective writing: grammar, vocabulary, structure, and flow,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Prompt: A cognitive model diagram illustrating the direct link between concept and English expression without translation, Academic figure, IEEE/CVPR paper style, schematic, clean lines, white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영어 실력을 향상시키는 5가지 효과적인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영어 학습의 중요성과 목표 설정</a:t>
            </a:r>
          </a:p>
          <a:p>
            <a:pPr>
              <a:defRPr sz="2000"/>
            </a:pPr>
            <a:r>
              <a:t>• 5가지 핵심 전략 개요</a:t>
            </a:r>
          </a:p>
          <a:p>
            <a:pPr>
              <a:defRPr sz="2000"/>
            </a:pPr>
            <a:r>
              <a:t>• 지속적인 학습을 위한 동기 부여</a:t>
            </a:r>
          </a:p>
          <a:p>
            <a:pPr>
              <a:defRPr sz="2000"/>
            </a:pPr>
            <a:r>
              <a:t>• 실천 가능한 구체적인 방법론 제시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conceptual diagram showing 5 interconnected nodes representing different language skills (Reading, Writing, Listening, Speaking, Vocabulary),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1. 꾸준한 듣기 연습 (Consistent Listening Practice)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매일 팟캐스트, 뉴스, 영화 등 다양한 매체 활용</a:t>
            </a:r>
          </a:p>
          <a:p>
            <a:pPr>
              <a:defRPr sz="2000"/>
            </a:pPr>
            <a:r>
              <a:t>• 쉐도잉(Shadowing) 기법을 통한 억양 및 발음 체득</a:t>
            </a:r>
          </a:p>
          <a:p>
            <a:pPr>
              <a:defRPr sz="2000"/>
            </a:pPr>
            <a:r>
              <a:t>• 자투리 시간을 활용한 흘려듣기 생활화</a:t>
            </a:r>
          </a:p>
          <a:p>
            <a:pPr>
              <a:defRPr sz="2000"/>
            </a:pPr>
            <a:r>
              <a:t>• 다양한 발음과 속도에 익숙해지기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schematic diagram illustrating the process of auditory input processing and shadowing loop,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2. 어휘력 확장 (Expanding Vocabulary)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문맥 속에서 새로운 단어 학습</a:t>
            </a:r>
          </a:p>
          <a:p>
            <a:pPr>
              <a:defRPr sz="2000"/>
            </a:pPr>
            <a:r>
              <a:t>• 플래시카드나 앱을 활용한 반복 학습</a:t>
            </a:r>
          </a:p>
          <a:p>
            <a:pPr>
              <a:defRPr sz="2000"/>
            </a:pPr>
            <a:r>
              <a:t>• 에빙하우스의 망각 곡선을 고려한 분산 반복(Spaced Repetition)</a:t>
            </a:r>
          </a:p>
          <a:p>
            <a:pPr>
              <a:defRPr sz="2000"/>
            </a:pPr>
            <a:r>
              <a:t>• 동의어, 반의어, 파생어 함께 익히기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graph showing the forgetting curve and the effect of spaced repetition on vocabulary retention,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3. 말하기와 발음 교정 (Speaking &amp; Pronunciation)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원어민이나 언어 교환 파트너와 대화 연습</a:t>
            </a:r>
          </a:p>
          <a:p>
            <a:pPr>
              <a:defRPr sz="2000"/>
            </a:pPr>
            <a:r>
              <a:t>• 자신의 목소리를 녹음하여 들어보고 교정하기</a:t>
            </a:r>
          </a:p>
          <a:p>
            <a:pPr>
              <a:defRPr sz="2000"/>
            </a:pPr>
            <a:r>
              <a:t>• 정확한 발음 기호 및 강세 파악</a:t>
            </a:r>
          </a:p>
          <a:p>
            <a:pPr>
              <a:defRPr sz="2000"/>
            </a:pPr>
            <a:r>
              <a:t>• 실수를 두려워하지 않는 자신감 있는 태도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flowchart depicting the feedback loop of speaking, recording, analyzing, and correcting pronunciation,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4. 영작문 연습 (English Writing Practice)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매일 영어 일기 쓰기 습관화</a:t>
            </a:r>
          </a:p>
          <a:p>
            <a:pPr>
              <a:defRPr sz="2000"/>
            </a:pPr>
            <a:r>
              <a:t>• 에세이 작성 및 요약 연습</a:t>
            </a:r>
          </a:p>
          <a:p>
            <a:pPr>
              <a:defRPr sz="2000"/>
            </a:pPr>
            <a:r>
              <a:t>• 첨삭 도구(Grammarly 등)나 전문가의 피드백 활용</a:t>
            </a:r>
          </a:p>
          <a:p>
            <a:pPr>
              <a:defRPr sz="2000"/>
            </a:pPr>
            <a:r>
              <a:t>• 다양한 문장 구조와 표현 시도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structural diagram showing the components of effective writing: grammar, vocabulary, structure, and flow, Academic figure, IEEE/CVPR paper style, schematic, clean lines, white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5. 영어로 생각하기 (Thinking in English)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모국어로 번역하는 과정 생략하기</a:t>
            </a:r>
          </a:p>
          <a:p>
            <a:pPr>
              <a:defRPr sz="2000"/>
            </a:pPr>
            <a:r>
              <a:t>• 주변 사물이나 상황을 영어로 묘사하기</a:t>
            </a:r>
          </a:p>
          <a:p>
            <a:pPr>
              <a:defRPr sz="2000"/>
            </a:pPr>
            <a:r>
              <a:t>• 영어식 사고방식과 문화 이해</a:t>
            </a:r>
          </a:p>
          <a:p>
            <a:pPr>
              <a:defRPr sz="2000"/>
            </a:pPr>
            <a:r>
              <a:t>• 내적 독백(Internal Monologue)을 영어로 수행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371600"/>
            <a:ext cx="530352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Image Placeholder</a:t>
            </a:r>
          </a:p>
          <a:p/>
          <a:p>
            <a:r>
              <a:t>Prompt:</a:t>
            </a:r>
          </a:p>
          <a:p>
            <a:r>
              <a:t>A cognitive model diagram illustrating the direct link between concept and English expression without translation, Academic figure, IEEE/CVPR paper style, schematic, clean lines, white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